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Wireshark Packet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F0F1"/>
                </a:solidFill>
              </a:rPr>
              <a:t>Network Traffic Monitoring &amp; Protocol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Presented By: Nithin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B6F"/>
                </a:solidFill>
              </a:rPr>
              <a:t>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0"/>
          </a:xfrm>
          <a:prstGeom prst="rect">
            <a:avLst/>
          </a:prstGeom>
          <a:solidFill>
            <a:srgbClr val="6C8EB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Understand network packet analysis using Wireshark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Capture and inspect live network traffic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Analyze protocols such as DHCP, ARP, MDNS, and ICMPv6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Observe packet flow and communication behavior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Gain practical knowledge of network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B6F"/>
                </a:solidFill>
              </a:rPr>
              <a:t>Tools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371600"/>
            <a:ext cx="73152" cy="822960"/>
          </a:xfrm>
          <a:prstGeom prst="rect">
            <a:avLst/>
          </a:prstGeom>
          <a:solidFill>
            <a:srgbClr val="6C8EBF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B6F"/>
                </a:solidFill>
              </a:rPr>
              <a:t>Kali Linux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Security testing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468880"/>
            <a:ext cx="640080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468880"/>
            <a:ext cx="73152" cy="822960"/>
          </a:xfrm>
          <a:prstGeom prst="rect">
            <a:avLst/>
          </a:prstGeom>
          <a:solidFill>
            <a:srgbClr val="6C8EB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560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B6F"/>
                </a:solidFill>
              </a:rPr>
              <a:t>Wireshark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880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Network protocol analyzer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566160"/>
            <a:ext cx="640080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3566160"/>
            <a:ext cx="73152" cy="822960"/>
          </a:xfrm>
          <a:prstGeom prst="rect">
            <a:avLst/>
          </a:prstGeom>
          <a:solidFill>
            <a:srgbClr val="6C8EBF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657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B6F"/>
                </a:solidFill>
              </a:rPr>
              <a:t>VMware Workstation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3977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Virtualization environment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B6F"/>
                </a:solidFill>
              </a:rPr>
              <a:t>Step-by-Step Procedure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18872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E50"/>
                </a:solidFill>
              </a:rPr>
              <a:t>Open Kali Linux in VMware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E50"/>
                </a:solidFill>
              </a:rPr>
              <a:t>Launch Wireshark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E50"/>
                </a:solidFill>
              </a:rPr>
              <a:t>Select active network interface (eth0)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E50"/>
                </a:solidFill>
              </a:rPr>
              <a:t>Start packet capture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E50"/>
                </a:solidFill>
              </a:rPr>
              <a:t>Apply filters (dhcp, arp, mdns)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E50"/>
                </a:solidFill>
              </a:rPr>
              <a:t>Analyze captured packets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E50"/>
                </a:solidFill>
              </a:rPr>
              <a:t>Observe source IP, destination IP, and ports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E50"/>
                </a:solidFill>
              </a:rPr>
              <a:t>Document findings and save screenshots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B6F"/>
                </a:solidFill>
              </a:rPr>
              <a:t>Wireshark Interface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F7F"/>
                </a:solidFill>
              </a:rPr>
              <a:t>Live packet capture showing DHCP, ARP, and MDNS traffic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B6F"/>
                </a:solidFill>
              </a:rPr>
              <a:t>Packet Analysis – DHCP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F7F"/>
                </a:solidFill>
              </a:rPr>
              <a:t>Filter Used: dhcp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Observed DHCP Request and ACK packets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Identified IP address assignment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Analyzed client-server communication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Studied transaction IDs and flow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43200"/>
            <a:ext cx="4114800" cy="21031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777240"/>
            <a:ext cx="3931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B6F"/>
                </a:solidFill>
              </a:rPr>
              <a:t>Packet Analysis – MDNS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F7F"/>
                </a:solidFill>
              </a:rPr>
              <a:t>Multicast DNS Protocol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Captured multicast query packets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Local network service discovery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UDP communication on port 5353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Analyzed packet structure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43200"/>
            <a:ext cx="4114800" cy="21031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777240"/>
            <a:ext cx="3931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B6F"/>
                </a:solidFill>
              </a:rPr>
              <a:t>Packet Analysis – ARP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F7F"/>
                </a:solidFill>
              </a:rPr>
              <a:t>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Observed ARP requests and replies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Identified MAC address resolution process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Studied communication between devices on the local network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36576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</a:rPr>
              <a:t>ARP resolves IP addresses to MAC addresses for local network communication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B6F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Successfully captured and analyzed live network traffic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Identified DHCP, ARP, MDNS, and ICMPv6 packets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Understood packet structure, headers, and communication flow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Improved practical knowledge of network protocols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Gained experience with traffic analysis techniques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B6F"/>
                </a:solidFill>
              </a:rPr>
              <a:t>Skills Gained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822960"/>
          </a:xfrm>
          <a:prstGeom prst="rect">
            <a:avLst/>
          </a:prstGeom>
          <a:solidFill>
            <a:srgbClr val="4A5F7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Packet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66160" y="1371600"/>
            <a:ext cx="2560320" cy="822960"/>
          </a:xfrm>
          <a:prstGeom prst="rect">
            <a:avLst/>
          </a:prstGeom>
          <a:solidFill>
            <a:srgbClr val="4A5F7F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Traffic Monitoring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2560320" cy="822960"/>
          </a:xfrm>
          <a:prstGeom prst="rect">
            <a:avLst/>
          </a:prstGeom>
          <a:solidFill>
            <a:srgbClr val="4A5F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Protocol Inspection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2560320" cy="822960"/>
          </a:xfrm>
          <a:prstGeom prst="rect">
            <a:avLst/>
          </a:prstGeom>
          <a:solidFill>
            <a:srgbClr val="4A5F7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Troubleshooting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2560320"/>
            <a:ext cx="2560320" cy="822960"/>
          </a:xfrm>
          <a:prstGeom prst="rect">
            <a:avLst/>
          </a:prstGeom>
          <a:solidFill>
            <a:srgbClr val="4A5F7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560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Wireshark Filtering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560320"/>
            <a:ext cx="2560320" cy="822960"/>
          </a:xfrm>
          <a:prstGeom prst="rect">
            <a:avLst/>
          </a:prstGeom>
          <a:solidFill>
            <a:srgbClr val="4A5F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560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Security Fundamentals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B6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188720"/>
            <a:ext cx="73152" cy="2743200"/>
          </a:xfrm>
          <a:prstGeom prst="rect">
            <a:avLst/>
          </a:prstGeom>
          <a:solidFill>
            <a:srgbClr val="6C8EB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63040"/>
            <a:ext cx="6766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This project provided hands-on experience in capturing and analyzing network packets using Wireshark in a controlled lab environment. The activity improved understanding of network protocols, communication flow, and packet-level analysis techniques used in cybersecurity and network monitoring.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926080"/>
            <a:ext cx="2743200" cy="73152"/>
          </a:xfrm>
          <a:prstGeom prst="rect">
            <a:avLst/>
          </a:prstGeom>
          <a:solidFill>
            <a:srgbClr val="6C8E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Wireshark Packet Analysis</dc:title>
  <dc:subject>PptxGenJS Presentation</dc:subject>
  <dc:creator>Nithin</dc:creator>
  <cp:lastModifiedBy>Nithin</cp:lastModifiedBy>
  <cp:revision>1</cp:revision>
  <dcterms:created xsi:type="dcterms:W3CDTF">2026-05-19T11:48:06Z</dcterms:created>
  <dcterms:modified xsi:type="dcterms:W3CDTF">2026-05-19T11:48:06Z</dcterms:modified>
</cp:coreProperties>
</file>